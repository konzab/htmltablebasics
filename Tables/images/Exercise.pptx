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D6A6A-F267-93CB-384C-BEE9B3943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563B3B-D206-D30D-B28D-E65F36D19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FAB6E-48AB-DBC9-8795-EF287A1F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8BB84-3549-68AE-035A-7089E9251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13931-7DF7-E60F-DB97-456B99333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3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C0750-2B90-C1E9-D1B0-6C6AFB807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9BDEC-54D0-BE34-1DF9-220C85A9B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39777-2808-0475-5098-CFA29F2C0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5DAD3-7C3D-2B2D-80E9-B95CDDB1F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4628D-FA44-E0C4-F5A4-D07102B13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63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72A16-547E-8DD6-7AE4-26B7640B7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D82C5-06BF-55EE-B628-865B485E6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6884C-7739-C596-DF76-EE69610A8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18331-DAC5-62A1-E4EA-F7CB731EE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A6D56-BCB0-E0DA-9EFC-7E93A9559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28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33DDE-27D9-A21C-2E00-6F2277E0F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B3ED4-1774-60FF-3CE7-C712FAAD1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C62226-77FD-1D76-6866-263CF2852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37A30-423C-81EF-52A5-F9E16ECE1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86935-14EF-E7E9-7EB1-0A379DE60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8FF2C-D8D5-F7DD-3584-EA60BDF05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BF659-BA28-9468-8A48-75B929F3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1F0F2-CA16-558A-2BB7-5E39C9E73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21C1DB-0E4E-9877-5DDB-01E6841C0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2593F0-E490-FB26-97B0-E5DB917A64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B8B613-9DA1-A915-D3E8-D3FEE555F0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797DBB-A8E0-F96B-76BA-C1C1BAF29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D0861B-D52D-081F-5E97-6CAB5332E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B66860-F7BB-997C-F91D-E4D0D9A69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25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7028-D299-7B21-2A94-EB883576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B9BAB8-DC47-86AB-F965-A177B68B7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1DB55-8526-B764-1F22-8E6F0FFDD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D50299-00A4-4F93-B04D-96442745F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27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9B3E91-3F36-3569-473B-30A277E29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606F4-BB58-B8A5-A680-057CBD32F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9BA58-C8C9-B4D9-46B2-483D08798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4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165F-DD54-0B95-EEC1-744ED6B35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70FE7-214C-709B-C749-A34CC8C66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FDC032-59AF-3E89-25A7-230CEB1C8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B7D9E-161C-DCB1-462B-DA929DFEE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81F98-46CE-592E-27F9-2B36E3C21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B75B4-650A-9A9F-6B37-AA706DAA8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59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2DA45-5D55-9FBD-7AAC-01A7AAEFC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2B44AC-A9A3-E4E8-2F4F-6C9A896D97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61DAF-F7B7-39C4-0761-1BAE385A1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127DE-702C-9A18-3FC7-89492E984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0EA56-1F48-8EA6-B1D3-6DF9236FD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C718F-1856-4130-09CF-1E8DB574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8804A-E984-7887-D21B-C578B5AE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930F4-6D0A-C176-482D-E85839FDE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CAF25-C6DC-C75B-1AB8-BD736AE43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63D3A-C22B-B796-6C63-D7EA90FFA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ED009-C2FA-4989-88D4-A0F78CBB6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57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DE67BA-227C-6315-59A8-332B0D02A5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3C986-42C9-EEDE-5801-3A51383C7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53C0C-9059-F1F9-F67E-828A85AD9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7BCFB-D758-BD4B-CF78-EC80C139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DBF67-F967-E523-EE9D-910AFF90B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51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E62D79-40D0-2CF8-3B60-43C579E13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F5E3C-7958-7E0E-D679-A75F4F977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C023-5621-9DED-C7ED-3CB3B415CD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551E9A-3CDC-448E-B002-B3F33A48D8E2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E1C5-A37D-79C7-3D98-C5388F341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930E7-D877-EC7B-E214-55B17DD49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84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85000"/>
              </a:schemeClr>
            </a:gs>
            <a:gs pos="90820">
              <a:schemeClr val="bg1">
                <a:lumMod val="7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1AF19A-21E8-3AB1-2E2C-D8EE6A9D9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FA239B-829F-94CB-83F2-B7ADE873A213}"/>
              </a:ext>
            </a:extLst>
          </p:cNvPr>
          <p:cNvSpPr txBox="1"/>
          <p:nvPr/>
        </p:nvSpPr>
        <p:spPr>
          <a:xfrm>
            <a:off x="770965" y="439270"/>
            <a:ext cx="66315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Exercise - Styling Your Table</a:t>
            </a:r>
          </a:p>
        </p:txBody>
      </p:sp>
      <p:pic>
        <p:nvPicPr>
          <p:cNvPr id="35" name="Picture 34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4BA0C9A5-2CCA-84C0-E99A-B57A50F11D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599" y="5943844"/>
            <a:ext cx="862401" cy="86240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B2A5502-D462-54AC-A671-F666A65AFAE6}"/>
              </a:ext>
            </a:extLst>
          </p:cNvPr>
          <p:cNvSpPr txBox="1"/>
          <p:nvPr/>
        </p:nvSpPr>
        <p:spPr>
          <a:xfrm>
            <a:off x="770965" y="1024045"/>
            <a:ext cx="108741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Using the provided HTML file, create a new CSS file (if it’s not already created) and link it to the HTML. Then, apply the following styles: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4EE970-F471-D361-10F4-3F7B0DD502FF}"/>
              </a:ext>
            </a:extLst>
          </p:cNvPr>
          <p:cNvSpPr txBox="1"/>
          <p:nvPr/>
        </p:nvSpPr>
        <p:spPr>
          <a:xfrm>
            <a:off x="770965" y="1811795"/>
            <a:ext cx="5325035" cy="11695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/>
              <a:t>Step 1: Basic Table Styling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Add a border to the entire table and ensure it has collapsed borders.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Set the width of the table to 80% of the viewport and center it on the page.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865BEB-D2CD-F2BC-0797-54927C1C1E57}"/>
              </a:ext>
            </a:extLst>
          </p:cNvPr>
          <p:cNvSpPr txBox="1"/>
          <p:nvPr/>
        </p:nvSpPr>
        <p:spPr>
          <a:xfrm>
            <a:off x="770965" y="3122765"/>
            <a:ext cx="5325035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/>
              <a:t>Step 2: Header Row Styling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Change the background color of the header row (&lt;</a:t>
            </a:r>
            <a:r>
              <a:rPr lang="en-US" sz="1400" dirty="0" err="1"/>
              <a:t>thead</a:t>
            </a:r>
            <a:r>
              <a:rPr lang="en-US" sz="1400" dirty="0"/>
              <a:t>&gt;) to a light gray.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Set the text color of the header cells (&lt;th&gt;) to white and make the font bold.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Add some padding inside the header cells to space out the text.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FA067C-B516-02AF-AD18-B6105E46FBD4}"/>
              </a:ext>
            </a:extLst>
          </p:cNvPr>
          <p:cNvSpPr txBox="1"/>
          <p:nvPr/>
        </p:nvSpPr>
        <p:spPr>
          <a:xfrm>
            <a:off x="770965" y="4649179"/>
            <a:ext cx="5325034" cy="16004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/>
              <a:t>Step 3: Body Row Styling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Set alternating row colors (striped effect) in the table body (&lt;tbody&gt;). For 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Odd rows: light blue.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Even rows: white.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Align all text in the body rows to the left and ensure the text does not overflow the cells.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C72444-498C-6A45-F09F-AE3F6ACDDFAB}"/>
              </a:ext>
            </a:extLst>
          </p:cNvPr>
          <p:cNvSpPr txBox="1"/>
          <p:nvPr/>
        </p:nvSpPr>
        <p:spPr>
          <a:xfrm>
            <a:off x="6338047" y="1811795"/>
            <a:ext cx="5396752" cy="7386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/>
              <a:t>Step 4: Footer Styling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Add a dark gray background color to the footer (&lt;tfoot&gt;).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Center-align the text in the footer cells and make the font italic.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0F77A3-E337-E1B6-3BE3-40312BE967B8}"/>
              </a:ext>
            </a:extLst>
          </p:cNvPr>
          <p:cNvSpPr txBox="1"/>
          <p:nvPr/>
        </p:nvSpPr>
        <p:spPr>
          <a:xfrm>
            <a:off x="6335724" y="2731739"/>
            <a:ext cx="5396752" cy="116955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/>
              <a:t>Step 5: Additional Enhancements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Add a hover effect for table rows: when a user hovers over a row, its background color should change to yellow.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Add a border to individual cells (&lt;td&gt; and &lt;th&gt;) with a subtle gray color.</a:t>
            </a:r>
          </a:p>
        </p:txBody>
      </p:sp>
    </p:spTree>
    <p:extLst>
      <p:ext uri="{BB962C8B-B14F-4D97-AF65-F5344CB8AC3E}">
        <p14:creationId xmlns:p14="http://schemas.microsoft.com/office/powerpoint/2010/main" val="3688034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535"/>
    </mc:Choice>
    <mc:Fallback>
      <p:transition spd="slow" advTm="1005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8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20" grpId="0" animBg="1"/>
      <p:bldP spid="22" grpId="0" animBg="1"/>
      <p:bldP spid="24" grpId="0" animBg="1"/>
      <p:bldP spid="26" grpId="0" animBg="1"/>
      <p:bldP spid="3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</TotalTime>
  <Words>263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Allan Kondwani Zabula</dc:creator>
  <cp:lastModifiedBy>John Allan Kondwani Zabula</cp:lastModifiedBy>
  <cp:revision>10</cp:revision>
  <dcterms:created xsi:type="dcterms:W3CDTF">2024-12-29T19:10:36Z</dcterms:created>
  <dcterms:modified xsi:type="dcterms:W3CDTF">2025-01-12T19:06:39Z</dcterms:modified>
</cp:coreProperties>
</file>