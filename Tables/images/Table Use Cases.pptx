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6A6A-F267-93CB-384C-BEE9B3943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63B3B-D206-D30D-B28D-E65F36D19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FAB6E-48AB-DBC9-8795-EF287A1F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BB84-3549-68AE-035A-7089E925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13931-7DF7-E60F-DB97-456B9933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3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0750-2B90-C1E9-D1B0-6C6AFB80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BDEC-54D0-BE34-1DF9-220C85A9B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39777-2808-0475-5098-CFA29F2C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5DAD3-7C3D-2B2D-80E9-B95CDDB1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4628D-FA44-E0C4-F5A4-D07102B1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2A16-547E-8DD6-7AE4-26B7640B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D82C5-06BF-55EE-B628-865B485E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6884C-7739-C596-DF76-EE69610A8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18331-DAC5-62A1-E4EA-F7CB731E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A6D56-BCB0-E0DA-9EFC-7E93A955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2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3DDE-27D9-A21C-2E00-6F2277E0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3ED4-1774-60FF-3CE7-C712FAAD1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62226-77FD-1D76-6866-263CF2852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37A30-423C-81EF-52A5-F9E16ECE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86935-14EF-E7E9-7EB1-0A379DE6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8FF2C-D8D5-F7DD-3584-EA60BDF0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F659-BA28-9468-8A48-75B929F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1F0F2-CA16-558A-2BB7-5E39C9E73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1C1DB-0E4E-9877-5DDB-01E6841C0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93F0-E490-FB26-97B0-E5DB917A6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8B613-9DA1-A915-D3E8-D3FEE555F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97DBB-A8E0-F96B-76BA-C1C1BAF2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0861B-D52D-081F-5E97-6CAB5332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66860-F7BB-997C-F91D-E4D0D9A6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7028-D299-7B21-2A94-EB883576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9BAB8-DC47-86AB-F965-A177B68B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1DB55-8526-B764-1F22-8E6F0FFD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50299-00A4-4F93-B04D-96442745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2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B3E91-3F36-3569-473B-30A277E2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606F4-BB58-B8A5-A680-057CBD32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9BA58-C8C9-B4D9-46B2-483D0879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165F-DD54-0B95-EEC1-744ED6B3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70FE7-214C-709B-C749-A34CC8C6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DC032-59AF-3E89-25A7-230CEB1C8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B7D9E-161C-DCB1-462B-DA929DFE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81F98-46CE-592E-27F9-2B36E3C2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B75B4-650A-9A9F-6B37-AA706DA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DA45-5D55-9FBD-7AAC-01A7AAEF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B44AC-A9A3-E4E8-2F4F-6C9A896D9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1DAF-F7B7-39C4-0761-1BAE385A1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127DE-702C-9A18-3FC7-89492E98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0EA56-1F48-8EA6-B1D3-6DF9236F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C718F-1856-4130-09CF-1E8DB574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804A-E984-7887-D21B-C578B5AE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930F4-6D0A-C176-482D-E85839FDE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AF25-C6DC-C75B-1AB8-BD736AE4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63D3A-C22B-B796-6C63-D7EA90FF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D009-C2FA-4989-88D4-A0F78CBB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5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E67BA-227C-6315-59A8-332B0D02A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C986-42C9-EEDE-5801-3A51383C7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53C0C-9059-F1F9-F67E-828A85AD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7BCFB-D758-BD4B-CF78-EC80C139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BF67-F967-E523-EE9D-910AFF90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5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62D79-40D0-2CF8-3B60-43C579E1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F5E3C-7958-7E0E-D679-A75F4F977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C023-5621-9DED-C7ED-3CB3B415C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E1C5-A37D-79C7-3D98-C5388F341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30E7-D877-EC7B-E214-55B17DD49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8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85000"/>
              </a:schemeClr>
            </a:gs>
            <a:gs pos="90820">
              <a:schemeClr val="bg1">
                <a:lumMod val="7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6C9ECD1F-1B32-4E48-9736-A1BC9A323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968EC-9E78-D3C3-626B-5C893F246C7A}"/>
              </a:ext>
            </a:extLst>
          </p:cNvPr>
          <p:cNvSpPr txBox="1"/>
          <p:nvPr/>
        </p:nvSpPr>
        <p:spPr>
          <a:xfrm>
            <a:off x="454467" y="2023110"/>
            <a:ext cx="2469624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HTML TABLE USE CASES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22480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42549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283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 chart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EBED5299-E77F-5920-028E-B57C7DEB5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2"/>
          <a:stretch/>
        </p:blipFill>
        <p:spPr>
          <a:xfrm>
            <a:off x="4054251" y="883463"/>
            <a:ext cx="3721608" cy="2542032"/>
          </a:xfrm>
          <a:prstGeom prst="rect">
            <a:avLst/>
          </a:prstGeom>
        </p:spPr>
      </p:pic>
      <p:pic>
        <p:nvPicPr>
          <p:cNvPr id="41" name="Picture 40" descr="A diagram of a product comparison table&#10;&#10;Description automatically generated">
            <a:extLst>
              <a:ext uri="{FF2B5EF4-FFF2-40B4-BE49-F238E27FC236}">
                <a16:creationId xmlns:a16="http://schemas.microsoft.com/office/drawing/2014/main" id="{1E7B191F-8940-38B8-F1E3-FCF65EEB8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7" r="4045" b="1"/>
          <a:stretch/>
        </p:blipFill>
        <p:spPr>
          <a:xfrm>
            <a:off x="7910946" y="883463"/>
            <a:ext cx="3719192" cy="2542032"/>
          </a:xfrm>
          <a:prstGeom prst="rect">
            <a:avLst/>
          </a:prstGeom>
        </p:spPr>
      </p:pic>
      <p:pic>
        <p:nvPicPr>
          <p:cNvPr id="37" name="Picture 36" descr="A screenshot of a computer&#10;&#10;Description automatically generated">
            <a:extLst>
              <a:ext uri="{FF2B5EF4-FFF2-40B4-BE49-F238E27FC236}">
                <a16:creationId xmlns:a16="http://schemas.microsoft.com/office/drawing/2014/main" id="{F5FEB353-55B3-8E77-37A0-625997D55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29"/>
          <a:stretch/>
        </p:blipFill>
        <p:spPr>
          <a:xfrm>
            <a:off x="4054251" y="3548348"/>
            <a:ext cx="3721608" cy="2542032"/>
          </a:xfrm>
          <a:prstGeom prst="rect">
            <a:avLst/>
          </a:prstGeom>
        </p:spPr>
      </p:pic>
      <p:pic>
        <p:nvPicPr>
          <p:cNvPr id="39" name="Picture 38" descr="A table with text and numbers&#10;&#10;Description automatically generated">
            <a:extLst>
              <a:ext uri="{FF2B5EF4-FFF2-40B4-BE49-F238E27FC236}">
                <a16:creationId xmlns:a16="http://schemas.microsoft.com/office/drawing/2014/main" id="{79019069-7FE4-51DB-8659-4471D8E847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9" b="-2"/>
          <a:stretch/>
        </p:blipFill>
        <p:spPr>
          <a:xfrm rot="21600000">
            <a:off x="7916372" y="3548347"/>
            <a:ext cx="3719192" cy="2542032"/>
          </a:xfrm>
          <a:prstGeom prst="rect">
            <a:avLst/>
          </a:prstGeom>
        </p:spPr>
      </p:pic>
      <p:pic>
        <p:nvPicPr>
          <p:cNvPr id="35" name="Picture 3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436E0B6-BA19-18A1-B0D1-FEB4DDDA0F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599" y="5943844"/>
            <a:ext cx="862401" cy="8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45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030"/>
    </mc:Choice>
    <mc:Fallback>
      <p:transition spd="slow" advTm="410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Allan Kondwani Zabula</dc:creator>
  <cp:lastModifiedBy>John Allan Kondwani Zabula</cp:lastModifiedBy>
  <cp:revision>5</cp:revision>
  <dcterms:created xsi:type="dcterms:W3CDTF">2024-12-29T19:10:36Z</dcterms:created>
  <dcterms:modified xsi:type="dcterms:W3CDTF">2024-12-30T06:29:04Z</dcterms:modified>
</cp:coreProperties>
</file>