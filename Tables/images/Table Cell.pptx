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6A6A-F267-93CB-384C-BEE9B3943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63B3B-D206-D30D-B28D-E65F36D1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B6E-48AB-DBC9-8795-EF287A1F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BB84-3549-68AE-035A-7089E92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13931-7DF7-E60F-DB97-456B9933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750-2B90-C1E9-D1B0-6C6AFB8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BDEC-54D0-BE34-1DF9-220C85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9777-2808-0475-5098-CFA29F2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5DAD3-7C3D-2B2D-80E9-B95CDDB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628D-FA44-E0C4-F5A4-D07102B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A16-547E-8DD6-7AE4-26B7640B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82C5-06BF-55EE-B628-865B485E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884C-7739-C596-DF76-EE69610A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331-DAC5-62A1-E4EA-F7CB73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6D56-BCB0-E0DA-9EFC-7E93A955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DDE-27D9-A21C-2E00-6F2277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3ED4-1774-60FF-3CE7-C712FAAD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2226-77FD-1D76-6866-263CF285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7A30-423C-81EF-52A5-F9E16EC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935-14EF-E7E9-7EB1-0A379DE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FF2C-D8D5-F7DD-3584-EA60BD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659-BA28-9468-8A48-75B929F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F0F2-CA16-558A-2BB7-5E39C9E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C1DB-0E4E-9877-5DDB-01E6841C0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93F0-E490-FB26-97B0-E5DB917A6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8B613-9DA1-A915-D3E8-D3FEE555F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97DBB-A8E0-F96B-76BA-C1C1BAF2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861B-D52D-081F-5E97-6CAB533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6860-F7BB-997C-F91D-E4D0D9A6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28-D299-7B21-2A94-EB883576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BAB8-DC47-86AB-F965-A177B68B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1DB55-8526-B764-1F22-8E6F0FF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50299-00A4-4F93-B04D-9644274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B3E91-3F36-3569-473B-30A277E2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06F4-BB58-B8A5-A680-057CBD32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BA58-C8C9-B4D9-46B2-483D087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65F-DD54-0B95-EEC1-744ED6B3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0FE7-214C-709B-C749-A34CC8C6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C032-59AF-3E89-25A7-230CEB1C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7D9E-161C-DCB1-462B-DA929DFE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1F98-46CE-592E-27F9-2B36E3C2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B75B4-650A-9A9F-6B37-AA706DA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DA45-5D55-9FBD-7AAC-01A7AAEF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B44AC-A9A3-E4E8-2F4F-6C9A896D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1DAF-F7B7-39C4-0761-1BAE385A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27DE-702C-9A18-3FC7-89492E98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0EA56-1F48-8EA6-B1D3-6DF9236F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C718F-1856-4130-09CF-1E8DB57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804A-E984-7887-D21B-C578B5A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930F4-6D0A-C176-482D-E85839FD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AF25-C6DC-C75B-1AB8-BD736AE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3D3A-C22B-B796-6C63-D7EA90F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D009-C2FA-4989-88D4-A0F78CB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67BA-227C-6315-59A8-332B0D02A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986-42C9-EEDE-5801-3A51383C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3C0C-9059-F1F9-F67E-828A85AD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BCFB-D758-BD4B-CF78-EC80C139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F67-F967-E523-EE9D-910AFF9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62D79-40D0-2CF8-3B60-43C579E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5E3C-7958-7E0E-D679-A75F4F97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C023-5621-9DED-C7ED-3CB3B415C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E1C5-A37D-79C7-3D98-C5388F34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30E7-D877-EC7B-E214-55B17DD49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2F0EF-28B0-BCF3-F7A6-810899DEB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79329"/>
              </p:ext>
            </p:extLst>
          </p:nvPr>
        </p:nvGraphicFramePr>
        <p:xfrm>
          <a:off x="865094" y="1524001"/>
          <a:ext cx="10461812" cy="443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59">
                  <a:extLst>
                    <a:ext uri="{9D8B030D-6E8A-4147-A177-3AD203B41FA5}">
                      <a16:colId xmlns:a16="http://schemas.microsoft.com/office/drawing/2014/main" val="31294171"/>
                    </a:ext>
                  </a:extLst>
                </a:gridCol>
                <a:gridCol w="4230679">
                  <a:extLst>
                    <a:ext uri="{9D8B030D-6E8A-4147-A177-3AD203B41FA5}">
                      <a16:colId xmlns:a16="http://schemas.microsoft.com/office/drawing/2014/main" val="365486659"/>
                    </a:ext>
                  </a:extLst>
                </a:gridCol>
                <a:gridCol w="2830937">
                  <a:extLst>
                    <a:ext uri="{9D8B030D-6E8A-4147-A177-3AD203B41FA5}">
                      <a16:colId xmlns:a16="http://schemas.microsoft.com/office/drawing/2014/main" val="3554604005"/>
                    </a:ext>
                  </a:extLst>
                </a:gridCol>
                <a:gridCol w="2830937">
                  <a:extLst>
                    <a:ext uri="{9D8B030D-6E8A-4147-A177-3AD203B41FA5}">
                      <a16:colId xmlns:a16="http://schemas.microsoft.com/office/drawing/2014/main" val="345334915"/>
                    </a:ext>
                  </a:extLst>
                </a:gridCol>
              </a:tblGrid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378467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545690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20783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326026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487820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590702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074267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8123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4968EC-9E78-D3C3-626B-5C893F246C7A}"/>
              </a:ext>
            </a:extLst>
          </p:cNvPr>
          <p:cNvSpPr txBox="1"/>
          <p:nvPr/>
        </p:nvSpPr>
        <p:spPr>
          <a:xfrm>
            <a:off x="770965" y="439270"/>
            <a:ext cx="3394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HTML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4E991-2278-B1DC-B159-9E969F8BB0F5}"/>
              </a:ext>
            </a:extLst>
          </p:cNvPr>
          <p:cNvSpPr txBox="1"/>
          <p:nvPr/>
        </p:nvSpPr>
        <p:spPr>
          <a:xfrm>
            <a:off x="865095" y="1524001"/>
            <a:ext cx="45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22D89-FAA8-E2A6-25B3-8D8BA205FDA2}"/>
              </a:ext>
            </a:extLst>
          </p:cNvPr>
          <p:cNvSpPr txBox="1"/>
          <p:nvPr/>
        </p:nvSpPr>
        <p:spPr>
          <a:xfrm>
            <a:off x="1473335" y="1524001"/>
            <a:ext cx="92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421C9-E3C0-8F69-002D-5DB29296654C}"/>
              </a:ext>
            </a:extLst>
          </p:cNvPr>
          <p:cNvSpPr txBox="1"/>
          <p:nvPr/>
        </p:nvSpPr>
        <p:spPr>
          <a:xfrm>
            <a:off x="5634317" y="1524001"/>
            <a:ext cx="1806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BIRTHDATE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59468-3A91-69DC-4838-73F0A8A34EFC}"/>
              </a:ext>
            </a:extLst>
          </p:cNvPr>
          <p:cNvSpPr txBox="1"/>
          <p:nvPr/>
        </p:nvSpPr>
        <p:spPr>
          <a:xfrm>
            <a:off x="8480611" y="1539390"/>
            <a:ext cx="1806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F18B5-56AA-9BCD-635B-F67E3D56DA12}"/>
              </a:ext>
            </a:extLst>
          </p:cNvPr>
          <p:cNvSpPr txBox="1"/>
          <p:nvPr/>
        </p:nvSpPr>
        <p:spPr>
          <a:xfrm>
            <a:off x="865095" y="2176320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Mirriam Rose                                                                 22 December 2004                     Form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7AF61-E9F3-2E5C-31E3-D877C42CC69B}"/>
              </a:ext>
            </a:extLst>
          </p:cNvPr>
          <p:cNvSpPr txBox="1"/>
          <p:nvPr/>
        </p:nvSpPr>
        <p:spPr>
          <a:xfrm>
            <a:off x="865095" y="3244334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         Mutinta Banda			      9 July 2003                                      Form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760E5-80E9-C704-A05C-E85CAF8D596C}"/>
              </a:ext>
            </a:extLst>
          </p:cNvPr>
          <p:cNvSpPr txBox="1"/>
          <p:nvPr/>
        </p:nvSpPr>
        <p:spPr>
          <a:xfrm>
            <a:off x="865095" y="2705711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        Jonathan Micho			      10 September 2005                    Form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386B8-BECD-2895-B2DE-FB19913DC1DD}"/>
              </a:ext>
            </a:extLst>
          </p:cNvPr>
          <p:cNvSpPr txBox="1"/>
          <p:nvPr/>
        </p:nvSpPr>
        <p:spPr>
          <a:xfrm>
            <a:off x="865093" y="3820852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         Alex Phiri			      	     11 November 2004                      Form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7F321-10D5-2D41-324F-5B26E4674FBA}"/>
              </a:ext>
            </a:extLst>
          </p:cNvPr>
          <p:cNvSpPr txBox="1"/>
          <p:nvPr/>
        </p:nvSpPr>
        <p:spPr>
          <a:xfrm>
            <a:off x="865093" y="4350243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         Anna Nyirenda			      10 January 2006                           Form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06F56B-179F-1972-8C2E-A54D4ED1E321}"/>
              </a:ext>
            </a:extLst>
          </p:cNvPr>
          <p:cNvSpPr/>
          <p:nvPr/>
        </p:nvSpPr>
        <p:spPr>
          <a:xfrm>
            <a:off x="690282" y="2100519"/>
            <a:ext cx="11044518" cy="478379"/>
          </a:xfrm>
          <a:prstGeom prst="rect">
            <a:avLst/>
          </a:prstGeom>
          <a:solidFill>
            <a:srgbClr val="FF0000">
              <a:alpha val="13000"/>
            </a:srgb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27CF63-8EEC-EAF3-3F64-BCE2826255AA}"/>
              </a:ext>
            </a:extLst>
          </p:cNvPr>
          <p:cNvSpPr txBox="1"/>
          <p:nvPr/>
        </p:nvSpPr>
        <p:spPr>
          <a:xfrm>
            <a:off x="10661742" y="2130153"/>
            <a:ext cx="977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ROW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463D5-E81C-7140-0A05-1E0D51DAA609}"/>
              </a:ext>
            </a:extLst>
          </p:cNvPr>
          <p:cNvSpPr/>
          <p:nvPr/>
        </p:nvSpPr>
        <p:spPr>
          <a:xfrm>
            <a:off x="1473335" y="1367073"/>
            <a:ext cx="4156498" cy="5051657"/>
          </a:xfrm>
          <a:prstGeom prst="rect">
            <a:avLst/>
          </a:prstGeom>
          <a:solidFill>
            <a:srgbClr val="00B050">
              <a:alpha val="11000"/>
            </a:srgb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CE5B6C-1B03-D629-54DF-28651F325CE6}"/>
              </a:ext>
            </a:extLst>
          </p:cNvPr>
          <p:cNvSpPr txBox="1"/>
          <p:nvPr/>
        </p:nvSpPr>
        <p:spPr>
          <a:xfrm>
            <a:off x="2566672" y="5953271"/>
            <a:ext cx="168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 Black" panose="020B0A04020102020204" pitchFamily="34" charset="0"/>
              </a:rPr>
              <a:t>COLUMN</a:t>
            </a:r>
          </a:p>
        </p:txBody>
      </p:sp>
    </p:spTree>
    <p:extLst>
      <p:ext uri="{BB962C8B-B14F-4D97-AF65-F5344CB8AC3E}">
        <p14:creationId xmlns:p14="http://schemas.microsoft.com/office/powerpoint/2010/main" val="3771745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030"/>
    </mc:Choice>
    <mc:Fallback>
      <p:transition spd="slow" advTm="410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25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8" grpId="0" animBg="1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66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2</cp:revision>
  <dcterms:created xsi:type="dcterms:W3CDTF">2024-12-29T19:10:36Z</dcterms:created>
  <dcterms:modified xsi:type="dcterms:W3CDTF">2024-12-29T20:15:24Z</dcterms:modified>
</cp:coreProperties>
</file>