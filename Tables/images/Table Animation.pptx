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D6A6A-F267-93CB-384C-BEE9B3943D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563B3B-D206-D30D-B28D-E65F36D19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FAB6E-48AB-DBC9-8795-EF287A1F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2024-12-29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8BB84-3549-68AE-035A-7089E9251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13931-7DF7-E60F-DB97-456B99333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031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C0750-2B90-C1E9-D1B0-6C6AFB807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9BDEC-54D0-BE34-1DF9-220C85A9B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39777-2808-0475-5098-CFA29F2C0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2024-12-29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5DAD3-7C3D-2B2D-80E9-B95CDDB1F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4628D-FA44-E0C4-F5A4-D07102B13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763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72A16-547E-8DD6-7AE4-26B7640B7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AD82C5-06BF-55EE-B628-865B485E6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6884C-7739-C596-DF76-EE69610A8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2024-12-29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18331-DAC5-62A1-E4EA-F7CB731EE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A6D56-BCB0-E0DA-9EFC-7E93A9559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528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33DDE-27D9-A21C-2E00-6F2277E0F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B3ED4-1774-60FF-3CE7-C712FAAD1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C62226-77FD-1D76-6866-263CF2852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C37A30-423C-81EF-52A5-F9E16ECE1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2024-12-29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386935-14EF-E7E9-7EB1-0A379DE60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B8FF2C-D8D5-F7DD-3584-EA60BDF05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68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BF659-BA28-9468-8A48-75B929F3B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21F0F2-CA16-558A-2BB7-5E39C9E73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21C1DB-0E4E-9877-5DDB-01E6841C0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2593F0-E490-FB26-97B0-E5DB917A64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B8B613-9DA1-A915-D3E8-D3FEE555F0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797DBB-A8E0-F96B-76BA-C1C1BAF29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2024-12-29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D0861B-D52D-081F-5E97-6CAB5332E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B66860-F7BB-997C-F91D-E4D0D9A69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25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87028-D299-7B21-2A94-EB883576E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B9BAB8-DC47-86AB-F965-A177B68B7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2024-12-29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B1DB55-8526-B764-1F22-8E6F0FFDD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D50299-00A4-4F93-B04D-96442745F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327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9B3E91-3F36-3569-473B-30A277E29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2024-12-29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0606F4-BB58-B8A5-A680-057CBD32F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9BA58-C8C9-B4D9-46B2-483D08798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4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165F-DD54-0B95-EEC1-744ED6B35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70FE7-214C-709B-C749-A34CC8C66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FDC032-59AF-3E89-25A7-230CEB1C8F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B7D9E-161C-DCB1-462B-DA929DFEE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2024-12-29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81F98-46CE-592E-27F9-2B36E3C21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CB75B4-650A-9A9F-6B37-AA706DAA8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59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2DA45-5D55-9FBD-7AAC-01A7AAEFC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2B44AC-A9A3-E4E8-2F4F-6C9A896D97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D61DAF-F7B7-39C4-0761-1BAE385A1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C127DE-702C-9A18-3FC7-89492E984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2024-12-29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A0EA56-1F48-8EA6-B1D3-6DF9236FD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C718F-1856-4130-09CF-1E8DB574E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5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8804A-E984-7887-D21B-C578B5AEF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2930F4-6D0A-C176-482D-E85839FDED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CAF25-C6DC-C75B-1AB8-BD736AE43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2024-12-29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63D3A-C22B-B796-6C63-D7EA90FFA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ED009-C2FA-4989-88D4-A0F78CBB6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257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DE67BA-227C-6315-59A8-332B0D02A5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3C986-42C9-EEDE-5801-3A51383C73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53C0C-9059-F1F9-F67E-828A85AD9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2024-12-29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7BCFB-D758-BD4B-CF78-EC80C139D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DBF67-F967-E523-EE9D-910AFF90B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751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E62D79-40D0-2CF8-3B60-43C579E13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DF5E3C-7958-7E0E-D679-A75F4F977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5C023-5621-9DED-C7ED-3CB3B415CD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551E9A-3CDC-448E-B002-B3F33A48D8E2}" type="datetimeFigureOut">
              <a:rPr lang="en-US" smtClean="0"/>
              <a:t>2024-12-29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E1C5-A37D-79C7-3D98-C5388F341E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930E7-D877-EC7B-E214-55B17DD495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484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74000">
              <a:schemeClr val="bg1">
                <a:lumMod val="85000"/>
              </a:schemeClr>
            </a:gs>
            <a:gs pos="83000">
              <a:schemeClr val="bg1">
                <a:lumMod val="85000"/>
              </a:schemeClr>
            </a:gs>
            <a:gs pos="90820">
              <a:schemeClr val="bg1">
                <a:lumMod val="7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3B2F0EF-28B0-BCF3-F7A6-810899DEBC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679329"/>
              </p:ext>
            </p:extLst>
          </p:nvPr>
        </p:nvGraphicFramePr>
        <p:xfrm>
          <a:off x="865094" y="1524001"/>
          <a:ext cx="10461812" cy="4437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259">
                  <a:extLst>
                    <a:ext uri="{9D8B030D-6E8A-4147-A177-3AD203B41FA5}">
                      <a16:colId xmlns:a16="http://schemas.microsoft.com/office/drawing/2014/main" val="31294171"/>
                    </a:ext>
                  </a:extLst>
                </a:gridCol>
                <a:gridCol w="4230679">
                  <a:extLst>
                    <a:ext uri="{9D8B030D-6E8A-4147-A177-3AD203B41FA5}">
                      <a16:colId xmlns:a16="http://schemas.microsoft.com/office/drawing/2014/main" val="365486659"/>
                    </a:ext>
                  </a:extLst>
                </a:gridCol>
                <a:gridCol w="2830937">
                  <a:extLst>
                    <a:ext uri="{9D8B030D-6E8A-4147-A177-3AD203B41FA5}">
                      <a16:colId xmlns:a16="http://schemas.microsoft.com/office/drawing/2014/main" val="3554604005"/>
                    </a:ext>
                  </a:extLst>
                </a:gridCol>
                <a:gridCol w="2830937">
                  <a:extLst>
                    <a:ext uri="{9D8B030D-6E8A-4147-A177-3AD203B41FA5}">
                      <a16:colId xmlns:a16="http://schemas.microsoft.com/office/drawing/2014/main" val="345334915"/>
                    </a:ext>
                  </a:extLst>
                </a:gridCol>
              </a:tblGrid>
              <a:tr h="55469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378467"/>
                  </a:ext>
                </a:extLst>
              </a:tr>
              <a:tr h="55469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545690"/>
                  </a:ext>
                </a:extLst>
              </a:tr>
              <a:tr h="55469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320783"/>
                  </a:ext>
                </a:extLst>
              </a:tr>
              <a:tr h="55469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9326026"/>
                  </a:ext>
                </a:extLst>
              </a:tr>
              <a:tr h="55469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487820"/>
                  </a:ext>
                </a:extLst>
              </a:tr>
              <a:tr h="55469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590702"/>
                  </a:ext>
                </a:extLst>
              </a:tr>
              <a:tr h="55469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074267"/>
                  </a:ext>
                </a:extLst>
              </a:tr>
              <a:tr h="55469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681233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44968EC-9E78-D3C3-626B-5C893F246C7A}"/>
              </a:ext>
            </a:extLst>
          </p:cNvPr>
          <p:cNvSpPr txBox="1"/>
          <p:nvPr/>
        </p:nvSpPr>
        <p:spPr>
          <a:xfrm>
            <a:off x="770965" y="439270"/>
            <a:ext cx="3394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HTML TABLES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34E991-2278-B1DC-B159-9E969F8BB0F5}"/>
              </a:ext>
            </a:extLst>
          </p:cNvPr>
          <p:cNvSpPr txBox="1"/>
          <p:nvPr/>
        </p:nvSpPr>
        <p:spPr>
          <a:xfrm>
            <a:off x="865095" y="1524001"/>
            <a:ext cx="452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ID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922D89-FAA8-E2A6-25B3-8D8BA205FDA2}"/>
              </a:ext>
            </a:extLst>
          </p:cNvPr>
          <p:cNvSpPr txBox="1"/>
          <p:nvPr/>
        </p:nvSpPr>
        <p:spPr>
          <a:xfrm>
            <a:off x="1473335" y="1524001"/>
            <a:ext cx="923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NAME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0421C9-E3C0-8F69-002D-5DB29296654C}"/>
              </a:ext>
            </a:extLst>
          </p:cNvPr>
          <p:cNvSpPr txBox="1"/>
          <p:nvPr/>
        </p:nvSpPr>
        <p:spPr>
          <a:xfrm>
            <a:off x="5634317" y="1524001"/>
            <a:ext cx="1806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BIRTHDATE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E59468-3A91-69DC-4838-73F0A8A34EFC}"/>
              </a:ext>
            </a:extLst>
          </p:cNvPr>
          <p:cNvSpPr txBox="1"/>
          <p:nvPr/>
        </p:nvSpPr>
        <p:spPr>
          <a:xfrm>
            <a:off x="8480611" y="1539390"/>
            <a:ext cx="1806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CLASS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DF18B5-56AA-9BCD-635B-F67E3D56DA12}"/>
              </a:ext>
            </a:extLst>
          </p:cNvPr>
          <p:cNvSpPr txBox="1"/>
          <p:nvPr/>
        </p:nvSpPr>
        <p:spPr>
          <a:xfrm>
            <a:off x="865095" y="2176320"/>
            <a:ext cx="10457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         Mirriam Rose                                                                 22 December 2004                     Form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77AF61-E9F3-2E5C-31E3-D877C42CC69B}"/>
              </a:ext>
            </a:extLst>
          </p:cNvPr>
          <p:cNvSpPr txBox="1"/>
          <p:nvPr/>
        </p:nvSpPr>
        <p:spPr>
          <a:xfrm>
            <a:off x="865095" y="3244334"/>
            <a:ext cx="10457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          Mutinta Banda			      9 July 2003                                      Form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6760E5-80E9-C704-A05C-E85CAF8D596C}"/>
              </a:ext>
            </a:extLst>
          </p:cNvPr>
          <p:cNvSpPr txBox="1"/>
          <p:nvPr/>
        </p:nvSpPr>
        <p:spPr>
          <a:xfrm>
            <a:off x="865095" y="2705711"/>
            <a:ext cx="10457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          Jonathan Micho			      10 September 2005                    Form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F386B8-BECD-2895-B2DE-FB19913DC1DD}"/>
              </a:ext>
            </a:extLst>
          </p:cNvPr>
          <p:cNvSpPr txBox="1"/>
          <p:nvPr/>
        </p:nvSpPr>
        <p:spPr>
          <a:xfrm>
            <a:off x="865093" y="3820852"/>
            <a:ext cx="10457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         Alex Phiri			      	     11 November 2004                      Form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A7F321-10D5-2D41-324F-5B26E4674FBA}"/>
              </a:ext>
            </a:extLst>
          </p:cNvPr>
          <p:cNvSpPr txBox="1"/>
          <p:nvPr/>
        </p:nvSpPr>
        <p:spPr>
          <a:xfrm>
            <a:off x="865093" y="4350243"/>
            <a:ext cx="10457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         Anna Nyirenda			      10 January 2006                           Form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06F56B-179F-1972-8C2E-A54D4ED1E321}"/>
              </a:ext>
            </a:extLst>
          </p:cNvPr>
          <p:cNvSpPr/>
          <p:nvPr/>
        </p:nvSpPr>
        <p:spPr>
          <a:xfrm>
            <a:off x="690282" y="2100519"/>
            <a:ext cx="11044518" cy="478379"/>
          </a:xfrm>
          <a:prstGeom prst="rect">
            <a:avLst/>
          </a:prstGeom>
          <a:solidFill>
            <a:srgbClr val="FF0000">
              <a:alpha val="13000"/>
            </a:srgb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27CF63-8EEC-EAF3-3F64-BCE2826255AA}"/>
              </a:ext>
            </a:extLst>
          </p:cNvPr>
          <p:cNvSpPr txBox="1"/>
          <p:nvPr/>
        </p:nvSpPr>
        <p:spPr>
          <a:xfrm>
            <a:off x="10661742" y="2130153"/>
            <a:ext cx="9772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 Black" panose="020B0A04020102020204" pitchFamily="34" charset="0"/>
              </a:rPr>
              <a:t>ROW</a:t>
            </a:r>
            <a:endParaRPr lang="en-US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1463D5-E81C-7140-0A05-1E0D51DAA609}"/>
              </a:ext>
            </a:extLst>
          </p:cNvPr>
          <p:cNvSpPr/>
          <p:nvPr/>
        </p:nvSpPr>
        <p:spPr>
          <a:xfrm>
            <a:off x="1473335" y="1367073"/>
            <a:ext cx="4156498" cy="5051657"/>
          </a:xfrm>
          <a:prstGeom prst="rect">
            <a:avLst/>
          </a:prstGeom>
          <a:solidFill>
            <a:srgbClr val="00B050">
              <a:alpha val="11000"/>
            </a:srgbClr>
          </a:solidFill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CE5B6C-1B03-D629-54DF-28651F325CE6}"/>
              </a:ext>
            </a:extLst>
          </p:cNvPr>
          <p:cNvSpPr txBox="1"/>
          <p:nvPr/>
        </p:nvSpPr>
        <p:spPr>
          <a:xfrm>
            <a:off x="2566672" y="5953271"/>
            <a:ext cx="1680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rial Black" panose="020B0A04020102020204" pitchFamily="34" charset="0"/>
              </a:rPr>
              <a:t>COLUMN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F61019-FB4E-E554-1563-B25B47A9A684}"/>
              </a:ext>
            </a:extLst>
          </p:cNvPr>
          <p:cNvSpPr/>
          <p:nvPr/>
        </p:nvSpPr>
        <p:spPr>
          <a:xfrm>
            <a:off x="1385455" y="2002379"/>
            <a:ext cx="4322618" cy="636763"/>
          </a:xfrm>
          <a:custGeom>
            <a:avLst/>
            <a:gdLst>
              <a:gd name="connsiteX0" fmla="*/ 0 w 4322618"/>
              <a:gd name="connsiteY0" fmla="*/ 0 h 636763"/>
              <a:gd name="connsiteX1" fmla="*/ 574291 w 4322618"/>
              <a:gd name="connsiteY1" fmla="*/ 0 h 636763"/>
              <a:gd name="connsiteX2" fmla="*/ 1062129 w 4322618"/>
              <a:gd name="connsiteY2" fmla="*/ 0 h 636763"/>
              <a:gd name="connsiteX3" fmla="*/ 1593193 w 4322618"/>
              <a:gd name="connsiteY3" fmla="*/ 0 h 636763"/>
              <a:gd name="connsiteX4" fmla="*/ 2253937 w 4322618"/>
              <a:gd name="connsiteY4" fmla="*/ 0 h 636763"/>
              <a:gd name="connsiteX5" fmla="*/ 2828227 w 4322618"/>
              <a:gd name="connsiteY5" fmla="*/ 0 h 636763"/>
              <a:gd name="connsiteX6" fmla="*/ 3359292 w 4322618"/>
              <a:gd name="connsiteY6" fmla="*/ 0 h 636763"/>
              <a:gd name="connsiteX7" fmla="*/ 4322618 w 4322618"/>
              <a:gd name="connsiteY7" fmla="*/ 0 h 636763"/>
              <a:gd name="connsiteX8" fmla="*/ 4322618 w 4322618"/>
              <a:gd name="connsiteY8" fmla="*/ 636763 h 636763"/>
              <a:gd name="connsiteX9" fmla="*/ 3705101 w 4322618"/>
              <a:gd name="connsiteY9" fmla="*/ 636763 h 636763"/>
              <a:gd name="connsiteX10" fmla="*/ 3174037 w 4322618"/>
              <a:gd name="connsiteY10" fmla="*/ 636763 h 636763"/>
              <a:gd name="connsiteX11" fmla="*/ 2470067 w 4322618"/>
              <a:gd name="connsiteY11" fmla="*/ 636763 h 636763"/>
              <a:gd name="connsiteX12" fmla="*/ 1895777 w 4322618"/>
              <a:gd name="connsiteY12" fmla="*/ 636763 h 636763"/>
              <a:gd name="connsiteX13" fmla="*/ 1407938 w 4322618"/>
              <a:gd name="connsiteY13" fmla="*/ 636763 h 636763"/>
              <a:gd name="connsiteX14" fmla="*/ 747195 w 4322618"/>
              <a:gd name="connsiteY14" fmla="*/ 636763 h 636763"/>
              <a:gd name="connsiteX15" fmla="*/ 0 w 4322618"/>
              <a:gd name="connsiteY15" fmla="*/ 636763 h 636763"/>
              <a:gd name="connsiteX16" fmla="*/ 0 w 4322618"/>
              <a:gd name="connsiteY16" fmla="*/ 0 h 636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22618" h="636763" fill="none" extrusionOk="0">
                <a:moveTo>
                  <a:pt x="0" y="0"/>
                </a:moveTo>
                <a:cubicBezTo>
                  <a:pt x="187714" y="-427"/>
                  <a:pt x="384047" y="6711"/>
                  <a:pt x="574291" y="0"/>
                </a:cubicBezTo>
                <a:cubicBezTo>
                  <a:pt x="764535" y="-6711"/>
                  <a:pt x="932702" y="22719"/>
                  <a:pt x="1062129" y="0"/>
                </a:cubicBezTo>
                <a:cubicBezTo>
                  <a:pt x="1191556" y="-22719"/>
                  <a:pt x="1458045" y="13037"/>
                  <a:pt x="1593193" y="0"/>
                </a:cubicBezTo>
                <a:cubicBezTo>
                  <a:pt x="1728341" y="-13037"/>
                  <a:pt x="1994132" y="22725"/>
                  <a:pt x="2253937" y="0"/>
                </a:cubicBezTo>
                <a:cubicBezTo>
                  <a:pt x="2513742" y="-22725"/>
                  <a:pt x="2594421" y="-24118"/>
                  <a:pt x="2828227" y="0"/>
                </a:cubicBezTo>
                <a:cubicBezTo>
                  <a:pt x="3062033" y="24118"/>
                  <a:pt x="3149430" y="3064"/>
                  <a:pt x="3359292" y="0"/>
                </a:cubicBezTo>
                <a:cubicBezTo>
                  <a:pt x="3569154" y="-3064"/>
                  <a:pt x="3883896" y="21116"/>
                  <a:pt x="4322618" y="0"/>
                </a:cubicBezTo>
                <a:cubicBezTo>
                  <a:pt x="4330007" y="153203"/>
                  <a:pt x="4310704" y="333348"/>
                  <a:pt x="4322618" y="636763"/>
                </a:cubicBezTo>
                <a:cubicBezTo>
                  <a:pt x="4075241" y="655742"/>
                  <a:pt x="3962687" y="622091"/>
                  <a:pt x="3705101" y="636763"/>
                </a:cubicBezTo>
                <a:cubicBezTo>
                  <a:pt x="3447515" y="651435"/>
                  <a:pt x="3351620" y="628373"/>
                  <a:pt x="3174037" y="636763"/>
                </a:cubicBezTo>
                <a:cubicBezTo>
                  <a:pt x="2996454" y="645153"/>
                  <a:pt x="2760187" y="633567"/>
                  <a:pt x="2470067" y="636763"/>
                </a:cubicBezTo>
                <a:cubicBezTo>
                  <a:pt x="2179947" y="639960"/>
                  <a:pt x="2172724" y="629272"/>
                  <a:pt x="1895777" y="636763"/>
                </a:cubicBezTo>
                <a:cubicBezTo>
                  <a:pt x="1618830" y="644255"/>
                  <a:pt x="1582467" y="613278"/>
                  <a:pt x="1407938" y="636763"/>
                </a:cubicBezTo>
                <a:cubicBezTo>
                  <a:pt x="1233409" y="660248"/>
                  <a:pt x="1034065" y="628542"/>
                  <a:pt x="747195" y="636763"/>
                </a:cubicBezTo>
                <a:cubicBezTo>
                  <a:pt x="460325" y="644984"/>
                  <a:pt x="175950" y="664506"/>
                  <a:pt x="0" y="636763"/>
                </a:cubicBezTo>
                <a:cubicBezTo>
                  <a:pt x="-20662" y="485395"/>
                  <a:pt x="22167" y="233673"/>
                  <a:pt x="0" y="0"/>
                </a:cubicBezTo>
                <a:close/>
              </a:path>
              <a:path w="4322618" h="636763" stroke="0" extrusionOk="0">
                <a:moveTo>
                  <a:pt x="0" y="0"/>
                </a:moveTo>
                <a:cubicBezTo>
                  <a:pt x="151635" y="-16282"/>
                  <a:pt x="329156" y="9676"/>
                  <a:pt x="574291" y="0"/>
                </a:cubicBezTo>
                <a:cubicBezTo>
                  <a:pt x="819426" y="-9676"/>
                  <a:pt x="954765" y="-10309"/>
                  <a:pt x="1062129" y="0"/>
                </a:cubicBezTo>
                <a:cubicBezTo>
                  <a:pt x="1169493" y="10309"/>
                  <a:pt x="1623264" y="34720"/>
                  <a:pt x="1766098" y="0"/>
                </a:cubicBezTo>
                <a:cubicBezTo>
                  <a:pt x="1908932" y="-34720"/>
                  <a:pt x="2057841" y="-20714"/>
                  <a:pt x="2340389" y="0"/>
                </a:cubicBezTo>
                <a:cubicBezTo>
                  <a:pt x="2622937" y="20714"/>
                  <a:pt x="2680012" y="7601"/>
                  <a:pt x="2914680" y="0"/>
                </a:cubicBezTo>
                <a:cubicBezTo>
                  <a:pt x="3149348" y="-7601"/>
                  <a:pt x="3465663" y="-5491"/>
                  <a:pt x="3618649" y="0"/>
                </a:cubicBezTo>
                <a:cubicBezTo>
                  <a:pt x="3771635" y="5491"/>
                  <a:pt x="3995452" y="-8791"/>
                  <a:pt x="4322618" y="0"/>
                </a:cubicBezTo>
                <a:cubicBezTo>
                  <a:pt x="4326861" y="192295"/>
                  <a:pt x="4297593" y="437586"/>
                  <a:pt x="4322618" y="636763"/>
                </a:cubicBezTo>
                <a:cubicBezTo>
                  <a:pt x="4193254" y="617096"/>
                  <a:pt x="3994488" y="622520"/>
                  <a:pt x="3791554" y="636763"/>
                </a:cubicBezTo>
                <a:cubicBezTo>
                  <a:pt x="3588620" y="651006"/>
                  <a:pt x="3359768" y="629513"/>
                  <a:pt x="3174037" y="636763"/>
                </a:cubicBezTo>
                <a:cubicBezTo>
                  <a:pt x="2988306" y="644013"/>
                  <a:pt x="2733381" y="630283"/>
                  <a:pt x="2556520" y="636763"/>
                </a:cubicBezTo>
                <a:cubicBezTo>
                  <a:pt x="2379659" y="643243"/>
                  <a:pt x="2201905" y="629560"/>
                  <a:pt x="1982229" y="636763"/>
                </a:cubicBezTo>
                <a:cubicBezTo>
                  <a:pt x="1762553" y="643966"/>
                  <a:pt x="1452115" y="653743"/>
                  <a:pt x="1278260" y="636763"/>
                </a:cubicBezTo>
                <a:cubicBezTo>
                  <a:pt x="1104405" y="619783"/>
                  <a:pt x="925020" y="606312"/>
                  <a:pt x="574291" y="636763"/>
                </a:cubicBezTo>
                <a:cubicBezTo>
                  <a:pt x="223562" y="667214"/>
                  <a:pt x="285296" y="663301"/>
                  <a:pt x="0" y="636763"/>
                </a:cubicBezTo>
                <a:cubicBezTo>
                  <a:pt x="7370" y="343131"/>
                  <a:pt x="-21703" y="275093"/>
                  <a:pt x="0" y="0"/>
                </a:cubicBezTo>
                <a:close/>
              </a:path>
            </a:pathLst>
          </a:custGeom>
          <a:solidFill>
            <a:schemeClr val="accent4">
              <a:alpha val="32000"/>
            </a:schemeClr>
          </a:solidFill>
          <a:ln w="34925">
            <a:solidFill>
              <a:schemeClr val="tx1">
                <a:lumMod val="95000"/>
                <a:lumOff val="5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27B3BB-848E-1B5C-0D5A-527D5A03E0D9}"/>
              </a:ext>
            </a:extLst>
          </p:cNvPr>
          <p:cNvSpPr txBox="1"/>
          <p:nvPr/>
        </p:nvSpPr>
        <p:spPr>
          <a:xfrm>
            <a:off x="4728624" y="2130152"/>
            <a:ext cx="9012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ABE00"/>
                </a:solidFill>
                <a:latin typeface="Aptos Black" panose="020F0502020204030204" pitchFamily="34" charset="0"/>
              </a:rPr>
              <a:t>CELL</a:t>
            </a:r>
          </a:p>
        </p:txBody>
      </p:sp>
      <p:pic>
        <p:nvPicPr>
          <p:cNvPr id="33" name="Picture 32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A39C7D23-17F8-DFD1-B3E1-5B9E79D82E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3599" y="5943844"/>
            <a:ext cx="862401" cy="86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7459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7175"/>
    </mc:Choice>
    <mc:Fallback>
      <p:transition spd="slow" advTm="471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000"/>
                            </p:stCondLst>
                            <p:childTnLst>
                              <p:par>
                                <p:cTn id="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8000"/>
                            </p:stCondLst>
                            <p:childTnLst>
                              <p:par>
                                <p:cTn id="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000"/>
                            </p:stCondLst>
                            <p:childTnLst>
                              <p:par>
                                <p:cTn id="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425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65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 animBg="1"/>
      <p:bldP spid="16" grpId="0"/>
      <p:bldP spid="18" grpId="0" animBg="1"/>
      <p:bldP spid="19" grpId="0"/>
      <p:bldP spid="2" grpId="0" animBg="1"/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67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Black</vt:lpstr>
      <vt:lpstr>Aptos Display</vt:lpstr>
      <vt:lpstr>Arial</vt:lpstr>
      <vt:lpstr>Arial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Allan Kondwani Zabula</dc:creator>
  <cp:lastModifiedBy>John Allan Kondwani Zabula</cp:lastModifiedBy>
  <cp:revision>3</cp:revision>
  <dcterms:created xsi:type="dcterms:W3CDTF">2024-12-29T19:10:36Z</dcterms:created>
  <dcterms:modified xsi:type="dcterms:W3CDTF">2024-12-29T22:06:44Z</dcterms:modified>
</cp:coreProperties>
</file>