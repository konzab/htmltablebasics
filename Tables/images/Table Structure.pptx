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6A6A-F267-93CB-384C-BEE9B3943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63B3B-D206-D30D-B28D-E65F36D1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AB6E-48AB-DBC9-8795-EF287A1F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BB84-3549-68AE-035A-7089E925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13931-7DF7-E60F-DB97-456B9933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3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0750-2B90-C1E9-D1B0-6C6AFB807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BDEC-54D0-BE34-1DF9-220C85A9B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39777-2808-0475-5098-CFA29F2C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5DAD3-7C3D-2B2D-80E9-B95CDDB1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4628D-FA44-E0C4-F5A4-D07102B1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6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A16-547E-8DD6-7AE4-26B7640B7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D82C5-06BF-55EE-B628-865B485E6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6884C-7739-C596-DF76-EE69610A8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18331-DAC5-62A1-E4EA-F7CB731E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A6D56-BCB0-E0DA-9EFC-7E93A955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2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3DDE-27D9-A21C-2E00-6F2277E0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3ED4-1774-60FF-3CE7-C712FAAD1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62226-77FD-1D76-6866-263CF285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37A30-423C-81EF-52A5-F9E16EC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935-14EF-E7E9-7EB1-0A379DE60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8FF2C-D8D5-F7DD-3584-EA60BDF0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F659-BA28-9468-8A48-75B929F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1F0F2-CA16-558A-2BB7-5E39C9E73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1C1DB-0E4E-9877-5DDB-01E6841C0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93F0-E490-FB26-97B0-E5DB917A64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8B613-9DA1-A915-D3E8-D3FEE555F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97DBB-A8E0-F96B-76BA-C1C1BAF2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D0861B-D52D-081F-5E97-6CAB5332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6860-F7BB-997C-F91D-E4D0D9A6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7028-D299-7B21-2A94-EB883576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9BAB8-DC47-86AB-F965-A177B68B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1DB55-8526-B764-1F22-8E6F0FFD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50299-00A4-4F93-B04D-96442745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2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B3E91-3F36-3569-473B-30A277E2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0606F4-BB58-B8A5-A680-057CBD32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9BA58-C8C9-B4D9-46B2-483D0879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165F-DD54-0B95-EEC1-744ED6B35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0FE7-214C-709B-C749-A34CC8C6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DC032-59AF-3E89-25A7-230CEB1C8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B7D9E-161C-DCB1-462B-DA929DFEE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81F98-46CE-592E-27F9-2B36E3C2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B75B4-650A-9A9F-6B37-AA706DAA8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DA45-5D55-9FBD-7AAC-01A7AAEF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B44AC-A9A3-E4E8-2F4F-6C9A896D9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1DAF-F7B7-39C4-0761-1BAE385A1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127DE-702C-9A18-3FC7-89492E98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0EA56-1F48-8EA6-B1D3-6DF9236FD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C718F-1856-4130-09CF-1E8DB57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804A-E984-7887-D21B-C578B5AE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930F4-6D0A-C176-482D-E85839FDE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CAF25-C6DC-C75B-1AB8-BD736AE43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63D3A-C22B-B796-6C63-D7EA90FF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D009-C2FA-4989-88D4-A0F78CBB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5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E67BA-227C-6315-59A8-332B0D02A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3C986-42C9-EEDE-5801-3A51383C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53C0C-9059-F1F9-F67E-828A85AD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BCFB-D758-BD4B-CF78-EC80C139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BF67-F967-E523-EE9D-910AFF90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62D79-40D0-2CF8-3B60-43C579E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F5E3C-7958-7E0E-D679-A75F4F97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C023-5621-9DED-C7ED-3CB3B415CD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51E9A-3CDC-448E-B002-B3F33A48D8E2}" type="datetimeFigureOut">
              <a:rPr lang="en-US" smtClean="0"/>
              <a:t>2025-01-12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E1C5-A37D-79C7-3D98-C5388F341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30E7-D877-EC7B-E214-55B17DD49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9C7E2-A730-48B5-AE54-57EDDA2B0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85000"/>
              </a:schemeClr>
            </a:gs>
            <a:gs pos="90820">
              <a:schemeClr val="bg1">
                <a:lumMod val="7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4968EC-9E78-D3C3-626B-5C893F246C7A}"/>
              </a:ext>
            </a:extLst>
          </p:cNvPr>
          <p:cNvSpPr txBox="1"/>
          <p:nvPr/>
        </p:nvSpPr>
        <p:spPr>
          <a:xfrm>
            <a:off x="770965" y="439270"/>
            <a:ext cx="60537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HTML TABLE STRUCTURE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20F860-9C96-76AB-DF50-A506E77FF7C9}"/>
              </a:ext>
            </a:extLst>
          </p:cNvPr>
          <p:cNvSpPr txBox="1"/>
          <p:nvPr/>
        </p:nvSpPr>
        <p:spPr>
          <a:xfrm>
            <a:off x="770965" y="1362636"/>
            <a:ext cx="990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&lt;table&gt; </a:t>
            </a:r>
            <a:r>
              <a:rPr lang="en-US" sz="2400" dirty="0"/>
              <a:t>tag 	:  Defining the container for the entire table structure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0FBE9A-4C07-F168-67E3-F825F27FD5A4}"/>
              </a:ext>
            </a:extLst>
          </p:cNvPr>
          <p:cNvSpPr txBox="1"/>
          <p:nvPr/>
        </p:nvSpPr>
        <p:spPr>
          <a:xfrm>
            <a:off x="770962" y="2020504"/>
            <a:ext cx="990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&lt;thead&gt; </a:t>
            </a:r>
            <a:r>
              <a:rPr lang="en-US" sz="2400" dirty="0"/>
              <a:t>tag 	:  Defining the header of the table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EC646A-6C39-E70E-17CA-26BEA0BEE305}"/>
              </a:ext>
            </a:extLst>
          </p:cNvPr>
          <p:cNvSpPr txBox="1"/>
          <p:nvPr/>
        </p:nvSpPr>
        <p:spPr>
          <a:xfrm>
            <a:off x="770958" y="2703909"/>
            <a:ext cx="990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&lt;th&gt; </a:t>
            </a:r>
            <a:r>
              <a:rPr lang="en-US" sz="2400" dirty="0"/>
              <a:t>tag 	:  Defining the cell in the header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F6265C-2403-8272-6DA7-8C21B949E87D}"/>
              </a:ext>
            </a:extLst>
          </p:cNvPr>
          <p:cNvSpPr txBox="1"/>
          <p:nvPr/>
        </p:nvSpPr>
        <p:spPr>
          <a:xfrm>
            <a:off x="770958" y="3354864"/>
            <a:ext cx="990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&lt;tr&gt; </a:t>
            </a:r>
            <a:r>
              <a:rPr lang="en-US" sz="2400" dirty="0"/>
              <a:t>tag 	:  Defining the row within of  the table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A1CC0-6491-DAE0-E7C5-DF5AB726D126}"/>
              </a:ext>
            </a:extLst>
          </p:cNvPr>
          <p:cNvSpPr txBox="1"/>
          <p:nvPr/>
        </p:nvSpPr>
        <p:spPr>
          <a:xfrm>
            <a:off x="770957" y="4005819"/>
            <a:ext cx="990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&lt;tbody&gt; </a:t>
            </a:r>
            <a:r>
              <a:rPr lang="en-US" sz="2400" dirty="0"/>
              <a:t>tag 	:  Defining the body of  the 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3D3A41-33CB-002B-21FA-51A00AA3555B}"/>
              </a:ext>
            </a:extLst>
          </p:cNvPr>
          <p:cNvSpPr txBox="1"/>
          <p:nvPr/>
        </p:nvSpPr>
        <p:spPr>
          <a:xfrm>
            <a:off x="770957" y="4640600"/>
            <a:ext cx="9906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&lt;td&gt; </a:t>
            </a:r>
            <a:r>
              <a:rPr lang="en-US" sz="2400" dirty="0"/>
              <a:t>tag 	:  Defining a Table Data ( Cell) </a:t>
            </a:r>
          </a:p>
        </p:txBody>
      </p:sp>
      <p:pic>
        <p:nvPicPr>
          <p:cNvPr id="35" name="Picture 3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436E0B6-BA19-18A1-B0D1-FEB4DDDA0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3599" y="5943844"/>
            <a:ext cx="862401" cy="86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BD4AE6-09D7-5D69-B317-27C2100D341C}"/>
              </a:ext>
            </a:extLst>
          </p:cNvPr>
          <p:cNvSpPr txBox="1"/>
          <p:nvPr/>
        </p:nvSpPr>
        <p:spPr>
          <a:xfrm>
            <a:off x="770957" y="5275381"/>
            <a:ext cx="8350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&lt;tfoot&gt; </a:t>
            </a:r>
            <a:r>
              <a:rPr lang="en-US" sz="2400" dirty="0"/>
              <a:t>tag 	:  Defining the footer of the table </a:t>
            </a:r>
          </a:p>
        </p:txBody>
      </p:sp>
    </p:spTree>
    <p:extLst>
      <p:ext uri="{BB962C8B-B14F-4D97-AF65-F5344CB8AC3E}">
        <p14:creationId xmlns:p14="http://schemas.microsoft.com/office/powerpoint/2010/main" val="377174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63"/>
    </mc:Choice>
    <mc:Fallback xmlns="">
      <p:transition spd="slow" advTm="423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3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/>
      <p:bldP spid="28" grpId="0"/>
      <p:bldP spid="29" grpId="0"/>
      <p:bldP spid="30" grpId="0"/>
      <p:bldP spid="31" grpId="0"/>
      <p:bldP spid="32" grpId="0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91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Allan Kondwani Zabula</dc:creator>
  <cp:lastModifiedBy>John Allan Kondwani Zabula</cp:lastModifiedBy>
  <cp:revision>8</cp:revision>
  <dcterms:created xsi:type="dcterms:W3CDTF">2024-12-29T19:10:36Z</dcterms:created>
  <dcterms:modified xsi:type="dcterms:W3CDTF">2025-01-12T08:58:18Z</dcterms:modified>
</cp:coreProperties>
</file>